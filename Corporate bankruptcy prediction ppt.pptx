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BCE19-411C-4448-AEB1-DC3B1E707E7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B1162-4149-4296-BD23-0F73806BE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72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B1162-4149-4296-BD23-0F73806BE23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4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B1162-4149-4296-BD23-0F73806BE23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960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5178-8DEB-1C15-E993-0BD3B8DAC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EBA5D-5A74-C2A3-564B-C44770C33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A19F-E97E-93CB-D4DF-0CC8D09A6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19450-408D-8402-F620-6C8F95C8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2CDD1-3968-3A1F-EAA0-E6E1EF49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24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A4F6-5F7E-9A9D-3168-95162F10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A4D9A-C3DE-9F88-3C96-C091C1736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B03A4-9BC8-7FE4-93A5-C8817C51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5ECC0-98D1-07B4-9CFE-3CD06ADA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D4A01-CF63-E748-C2AD-6BC7C4D6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45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D4C1-CA7E-7F6B-0CB8-B7A8D075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6FAB6-5E6D-425D-77F4-5C765A2D8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6DCC7-EEF8-C06B-5143-D8471EBEC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CBD6A-01D9-D23D-2961-38F03CBA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A0175-8C80-2760-3491-C5044F66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8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105B-59C3-D179-8334-3ED1246C3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D620F-189C-5200-1F98-AFDFAA9AD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D88B9-C9FD-65DE-D728-298F1A36E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4F5FB-88F4-101B-B786-33CF5273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3822E-4EFF-4912-1062-74180DFE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443A5-3CC0-E3B6-28A1-B547CEEE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48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7524-EFA9-4A1F-F3A7-54AA1548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BE560-D467-886C-6361-1B8BD17ED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9F63D-891A-11BA-539C-D6F944270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B99B1-C0C7-28D2-E94E-1E0EA2304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A1DAF-A7F4-F127-A202-457881088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B3444-EF25-14EC-0E92-77AE19DF2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63B87-0391-354E-D459-354B6F6C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8B454-A2F9-2F4E-9504-648C3992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29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07ECD-158D-DAFF-BB33-E8E1FF03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F041D-9631-6967-72DE-98F86CE9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ECB7F-F877-A543-2358-80039CDC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29561-EF35-9823-A4D2-ED829242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08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EB82F-AE15-2400-9FA8-C2F2E227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83343-1922-07EA-3E54-30D1A054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8A16C-6F82-D898-7E28-197674AC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3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FB64-1380-7C90-6255-9D40EA14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541A8-2180-E3D6-1EA2-3142EAE50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F20C3-4E96-F11B-20E7-205C98054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FC98B-94EC-9439-308D-78681ACC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3D038-AC55-E9AD-AEA5-37CF6C80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BF777-13F9-C718-54AE-8A44A31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13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0625-AA7B-4688-3D01-E519EE61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80FE83-9460-D86A-86F5-11E13E354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4682B-3317-66A2-A57E-68088B7CF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C7819-C900-88BA-B8AF-8646B7D6B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186EB-0390-DDB8-14BF-846E033D7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D091C-3BF8-6047-8F13-48F6EAF22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1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2F095-3CA1-390C-D1A0-3A0D655E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E01EA-45B4-9A2F-60B5-E86DCAB25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3AF98-2C15-B8BF-02D3-9E8C27F0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E8A4-D636-01AA-0C27-E3F14EE3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8CFE0-B203-BA30-282A-07A4D33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0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97580-E31E-2BB3-B69F-F708CC298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EBD142-0072-B034-A0B8-405DCFE35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F6131-A8EB-802D-2E1E-B61EEA66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76207-AAC9-B8BE-329B-AC3E9CAA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5DF41-C701-EC6A-AABF-3AB22AFE9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E2984-60C2-250F-5D30-A70DC2682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8F679-7C5A-3F68-E8BC-0FEC928F0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B72FF-B1DA-2F9A-E451-E0DBEDDECD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A1F45-0695-4DCC-AB78-882B7189173B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E1600-42ED-B438-955F-1B6EB04A82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635FA-A2E5-E463-D8C1-71CC4A5E84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B3C35E-07B4-4FA4-9FA8-E4EEA5F3DE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46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4DB335F-EBFB-ACB4-2DDE-09C6CA5D5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44"/>
            <a:ext cx="12192000" cy="683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2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DC6B64-CFC3-8893-6139-604A79B47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8" y="0"/>
            <a:ext cx="12132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40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1E72-D971-D3FD-433B-1803A163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333AB-4185-556E-8EB0-AD8A14FA3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B914A-9C60-AE35-17D4-4172491B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240"/>
            <a:ext cx="12192000" cy="678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4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0E3F-E3EB-31EA-8AAE-CC899AB3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E7E9B-0862-5EFA-C022-F628A22B5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DF8A4-EE6F-3A15-C973-14DD75E19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" y="0"/>
            <a:ext cx="12138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9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DDCB-5EED-3E39-B02F-F711CA717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B4EFB-F09A-A59D-4311-B0AA29575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1B009D-2C4E-2BA4-56AD-E773D241D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50" y="0"/>
            <a:ext cx="11963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4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0DAB-12C8-40CE-6594-5F5FBBF4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A00BB-0908-CC41-D38F-9110AAD3F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4296A-1218-E652-5BA2-7051E5F6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93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EDB5-60C2-2FDB-51BD-0F1809D9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A9C2A-3A2B-B726-1C68-9922A52F8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FE9AE-5F10-B19B-1630-5BD0A23F2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" y="0"/>
            <a:ext cx="12140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1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20FC-FB21-FBF1-44B1-483294AC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20A2E-E837-B340-B068-A54361755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4936B-5BC5-5037-7E01-15A73C3AC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0"/>
            <a:ext cx="12192000" cy="684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4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E19E-ADB7-2338-604E-92EDEF50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1987-067E-C940-3AA7-84829353B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94E8B-9429-8196-7091-38741288F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0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066E9-AEF9-FA58-ECB3-9CA8CCD7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8AA2D-8E47-7BCF-6CA3-854FA3579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D3A01-538B-77EC-654C-F75BF52B5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5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Bhabani Barik</dc:creator>
  <cp:lastModifiedBy>Bhabani Barik</cp:lastModifiedBy>
  <cp:revision>1</cp:revision>
  <dcterms:created xsi:type="dcterms:W3CDTF">2026-02-18T02:24:37Z</dcterms:created>
  <dcterms:modified xsi:type="dcterms:W3CDTF">2026-02-18T02:25:17Z</dcterms:modified>
</cp:coreProperties>
</file>